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HACK DEVENGERS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A1D21"/>
                </a:solidFill>
                <a:latin typeface="Calibri"/>
              </a:rPr>
              <a:t>LaterUPI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Calibri"/>
              </a:rPr>
              <a:t>I’ll UPI later — becomes a receipt.
Tracked promise → WhatsApp nudge → settled receipt. No bank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Team: Ritesh  ·  Individual  ·  Built in-window 19–20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LaterUPI  ·  Hack Devengers 2.0  ·  github.com/Ritesist/laterupi  ·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D21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“bhej dunga raat ko” lives in WhatsApp chaos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15544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NO DUE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Promises without a clock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57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NO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D21"/>
                </a:solidFill>
                <a:latin typeface="Calibri"/>
              </a:rPr>
              <a:t>Freelancers lose the 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657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FRICTION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D21"/>
                </a:solidFill>
                <a:latin typeface="Calibri"/>
              </a:rPr>
              <a:t>Friendships take the hit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1124712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D21"/>
                </a:solidFill>
                <a:latin typeface="Calibri"/>
              </a:rPr>
              <a:t>•  India money promises die in chat — no amount, due time, or receipt.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D21"/>
                </a:solidFill>
                <a:latin typeface="Calibri"/>
              </a:rPr>
              <a:t>•  Roommates, freelancers, college groups argue over “I’ll pay later.”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D21"/>
                </a:solidFill>
                <a:latin typeface="Calibri"/>
              </a:rPr>
              <a:t>•  You don’t need a bank API to fix the social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LaterUPI  ·  Hack Devengers 2.0  ·  github.com/Ritesist/laterupi  ·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D21"/>
                </a:solidFill>
                <a:latin typeface="Calibri"/>
              </a:rPr>
              <a:t>Solution — LaterUPI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Create → share → nudge → paid → receipt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7040880" cy="4663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D21"/>
                </a:solidFill>
                <a:latin typeface="Calibri"/>
              </a:rPr>
              <a:t>•  Create promise: INR, from → to, due chips, note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D21"/>
                </a:solidFill>
                <a:latin typeface="Calibri"/>
              </a:rPr>
              <a:t>•  Status: pending → nudged → paid / cancelled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D21"/>
                </a:solidFill>
                <a:latin typeface="Calibri"/>
              </a:rPr>
              <a:t>•  Share card: copy or WhatsApp-ready text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D21"/>
                </a:solidFill>
                <a:latin typeface="Calibri"/>
              </a:rPr>
              <a:t>•  Settled receipt you can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34440"/>
            <a:ext cx="3931920" cy="4663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OUT OF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0312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D21"/>
                </a:solidFill>
                <a:latin typeface="Calibri"/>
              </a:rPr>
              <a:t>•  UPI / bank KYC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D21"/>
                </a:solidFill>
                <a:latin typeface="Calibri"/>
              </a:rPr>
              <a:t>•  Credit scoring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D21"/>
                </a:solidFill>
                <a:latin typeface="Calibri"/>
              </a:rPr>
              <a:t>•  Multi-tenant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LaterUPI  ·  Hack Devengers 2.0  ·  github.com/Ritesist/laterupi  ·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D21"/>
                </a:solidFill>
                <a:latin typeface="Calibri"/>
              </a:rPr>
              <a:t>Product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Home → Create → Receipt (wow)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Home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1389888"/>
            <a:ext cx="2523744" cy="4901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237744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Create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8" y="1389888"/>
            <a:ext cx="2523744" cy="4901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63040"/>
            <a:ext cx="2377440" cy="4754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04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Receipt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389888"/>
            <a:ext cx="2523744" cy="4901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-rece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463040"/>
            <a:ext cx="2377440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LaterUPI  ·  Hack Devengers 2.0  ·  github.com/Ritesist/laterupi  ·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D21"/>
                </a:solidFill>
                <a:latin typeface="Calibri"/>
              </a:rPr>
              <a:t>Nudge +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Status loop and WhatsApp-ready share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1389888"/>
            <a:ext cx="2523744" cy="4901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463040"/>
            <a:ext cx="237744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7" y="1389888"/>
            <a:ext cx="2523744" cy="4901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463040"/>
            <a:ext cx="2377440" cy="4754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LaterUPI  ·  Hack Devengers 2.0  ·  github.com/Ritesist/laterupi  ·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D21"/>
                </a:solidFill>
                <a:latin typeface="Calibri"/>
              </a:rPr>
              <a:t>Wow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Chaotic “bro I’ll UPI” → clean settled receipt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07008"/>
            <a:ext cx="2706624" cy="5084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2560320" cy="4937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40480" y="1645920"/>
            <a:ext cx="777240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011680"/>
            <a:ext cx="7132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D21"/>
                </a:solidFill>
                <a:latin typeface="Calibri"/>
              </a:rPr>
              <a:t>•  Before: WhatsApp threads, forgotten dues, awkward follow-ups.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D21"/>
                </a:solidFill>
                <a:latin typeface="Calibri"/>
              </a:rPr>
              <a:t>•  After: ₹800 settled · timestamped receipt you can share.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D21"/>
                </a:solidFill>
                <a:latin typeface="Calibri"/>
              </a:rPr>
              <a:t>•  Judges feel the roommate / freelancer pain in one glance.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LaterUPI  ·  Hack Devengers 2.0  ·  github.com/Ritesist/laterupi  ·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D21"/>
                </a:solidFill>
                <a:latin typeface="Calibri"/>
              </a:rPr>
              <a:t>Why this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Real pain · 24h scope · clear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23560" cy="19659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Real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libri"/>
              </a:rPr>
              <a:t>Roommate &amp; freelancer UPI promises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6235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24h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86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D21"/>
                </a:solidFill>
                <a:latin typeface="Calibri"/>
              </a:rPr>
              <a:t>Essential loop only — no bank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56235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UX clear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D21"/>
                </a:solidFill>
                <a:latin typeface="Calibri"/>
              </a:rPr>
              <a:t>Receipt is the 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474720"/>
            <a:ext cx="56235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Rubric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480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D21"/>
                </a:solidFill>
                <a:latin typeface="Calibri"/>
              </a:rPr>
              <a:t>Innovation · problem-solving ·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LaterUPI  ·  Hack Devengers 2.0  ·  github.com/Ritesist/laterupi  ·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D21"/>
                </a:solidFill>
                <a:latin typeface="Calibri"/>
              </a:rPr>
              <a:t>Ask /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GitHub required · this PPT optional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45720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JUDGES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LaterUPI essential MVP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Create → share → receipt story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In-window GitHub commits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Optional demo PPT (this)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9496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D21"/>
                </a:solidFill>
                <a:latin typeface="Calibri"/>
              </a:rPr>
              <a:t>•  Repo: github.com/Ritesist/laterupi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D21"/>
                </a:solidFill>
                <a:latin typeface="Calibri"/>
              </a:rPr>
              <a:t>•  Title: LaterUPI — I'll UPI later becomes a receipt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D21"/>
                </a:solidFill>
                <a:latin typeface="Calibri"/>
              </a:rPr>
              <a:t>•  No bank / UPI API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LaterUPI  ·  Hack Devengers 2.0  ·  github.com/Ritesist/laterupi  ·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